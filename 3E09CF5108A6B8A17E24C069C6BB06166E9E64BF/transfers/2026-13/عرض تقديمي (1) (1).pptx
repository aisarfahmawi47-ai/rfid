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microsoft.com/office/2016/11/relationships/changesInfo" Target="changesInfos/changesInfo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ableStyles" Target="tableStyles.xml" /><Relationship Id="rId5" Type="http://schemas.openxmlformats.org/officeDocument/2006/relationships/slide" Target="slides/slide4.xml" /><Relationship Id="rId1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viewProps" Target="view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يه عادل حسن الطيب" userId="e226ecb0-4ee4-4dcf-beef-0d0b81ac39b7" providerId="ADAL" clId="{4F375331-7972-3B91-A487-44915B8C5104}"/>
    <pc:docChg chg="undo custSel addSld delSld modSld">
      <pc:chgData name="ايه عادل حسن الطيب" userId="e226ecb0-4ee4-4dcf-beef-0d0b81ac39b7" providerId="ADAL" clId="{4F375331-7972-3B91-A487-44915B8C5104}" dt="2026-03-26T02:00:00.429" v="1077" actId="680"/>
      <pc:docMkLst>
        <pc:docMk/>
      </pc:docMkLst>
      <pc:sldChg chg="modSp mod">
        <pc:chgData name="ايه عادل حسن الطيب" userId="e226ecb0-4ee4-4dcf-beef-0d0b81ac39b7" providerId="ADAL" clId="{4F375331-7972-3B91-A487-44915B8C5104}" dt="2026-03-25T22:44:00.314" v="241" actId="20577"/>
        <pc:sldMkLst>
          <pc:docMk/>
          <pc:sldMk cId="2227589629" sldId="256"/>
        </pc:sldMkLst>
        <pc:spChg chg="mod">
          <ac:chgData name="ايه عادل حسن الطيب" userId="e226ecb0-4ee4-4dcf-beef-0d0b81ac39b7" providerId="ADAL" clId="{4F375331-7972-3B91-A487-44915B8C5104}" dt="2026-03-25T21:31:40.461" v="229" actId="14100"/>
          <ac:spMkLst>
            <pc:docMk/>
            <pc:sldMk cId="2227589629" sldId="256"/>
            <ac:spMk id="2" creationId="{027D803E-14F0-23F6-47AC-DCB30CDB8EC2}"/>
          </ac:spMkLst>
        </pc:spChg>
        <pc:spChg chg="mod">
          <ac:chgData name="ايه عادل حسن الطيب" userId="e226ecb0-4ee4-4dcf-beef-0d0b81ac39b7" providerId="ADAL" clId="{4F375331-7972-3B91-A487-44915B8C5104}" dt="2026-03-25T22:44:00.314" v="241" actId="20577"/>
          <ac:spMkLst>
            <pc:docMk/>
            <pc:sldMk cId="2227589629" sldId="256"/>
            <ac:spMk id="3" creationId="{4642665C-C30A-162C-7A7B-0B42AECFFC0C}"/>
          </ac:spMkLst>
        </pc:spChg>
      </pc:sldChg>
      <pc:sldChg chg="modSp new mod">
        <pc:chgData name="ايه عادل حسن الطيب" userId="e226ecb0-4ee4-4dcf-beef-0d0b81ac39b7" providerId="ADAL" clId="{4F375331-7972-3B91-A487-44915B8C5104}" dt="2026-03-25T23:31:55.877" v="311" actId="20577"/>
        <pc:sldMkLst>
          <pc:docMk/>
          <pc:sldMk cId="2431812303" sldId="257"/>
        </pc:sldMkLst>
        <pc:spChg chg="mod">
          <ac:chgData name="ايه عادل حسن الطيب" userId="e226ecb0-4ee4-4dcf-beef-0d0b81ac39b7" providerId="ADAL" clId="{4F375331-7972-3B91-A487-44915B8C5104}" dt="2026-03-25T23:31:23.786" v="305" actId="1076"/>
          <ac:spMkLst>
            <pc:docMk/>
            <pc:sldMk cId="2431812303" sldId="257"/>
            <ac:spMk id="2" creationId="{156B8327-E4A4-EC6C-3A55-5370F1C00BC0}"/>
          </ac:spMkLst>
        </pc:spChg>
        <pc:spChg chg="mod">
          <ac:chgData name="ايه عادل حسن الطيب" userId="e226ecb0-4ee4-4dcf-beef-0d0b81ac39b7" providerId="ADAL" clId="{4F375331-7972-3B91-A487-44915B8C5104}" dt="2026-03-25T23:31:55.877" v="311" actId="20577"/>
          <ac:spMkLst>
            <pc:docMk/>
            <pc:sldMk cId="2431812303" sldId="257"/>
            <ac:spMk id="3" creationId="{C310E2B9-5004-F133-372F-0C12C99E1A73}"/>
          </ac:spMkLst>
        </pc:spChg>
      </pc:sldChg>
      <pc:sldChg chg="addSp delSp modSp new mod">
        <pc:chgData name="ايه عادل حسن الطيب" userId="e226ecb0-4ee4-4dcf-beef-0d0b81ac39b7" providerId="ADAL" clId="{4F375331-7972-3B91-A487-44915B8C5104}" dt="2026-03-26T01:53:57.858" v="960" actId="14100"/>
        <pc:sldMkLst>
          <pc:docMk/>
          <pc:sldMk cId="2989202696" sldId="258"/>
        </pc:sldMkLst>
        <pc:spChg chg="mod">
          <ac:chgData name="ايه عادل حسن الطيب" userId="e226ecb0-4ee4-4dcf-beef-0d0b81ac39b7" providerId="ADAL" clId="{4F375331-7972-3B91-A487-44915B8C5104}" dt="2026-03-26T01:53:57.858" v="960" actId="14100"/>
          <ac:spMkLst>
            <pc:docMk/>
            <pc:sldMk cId="2989202696" sldId="258"/>
            <ac:spMk id="2" creationId="{25A56915-C2D9-D6B6-94E2-AF53D78D9700}"/>
          </ac:spMkLst>
        </pc:spChg>
        <pc:spChg chg="del">
          <ac:chgData name="ايه عادل حسن الطيب" userId="e226ecb0-4ee4-4dcf-beef-0d0b81ac39b7" providerId="ADAL" clId="{4F375331-7972-3B91-A487-44915B8C5104}" dt="2026-03-26T01:20:03.334" v="313" actId="931"/>
          <ac:spMkLst>
            <pc:docMk/>
            <pc:sldMk cId="2989202696" sldId="258"/>
            <ac:spMk id="3" creationId="{79D312E8-79A1-76F4-F1BD-8A81155EBBAF}"/>
          </ac:spMkLst>
        </pc:spChg>
        <pc:spChg chg="add mod">
          <ac:chgData name="ايه عادل حسن الطيب" userId="e226ecb0-4ee4-4dcf-beef-0d0b81ac39b7" providerId="ADAL" clId="{4F375331-7972-3B91-A487-44915B8C5104}" dt="2026-03-26T01:53:52.425" v="959" actId="14100"/>
          <ac:spMkLst>
            <pc:docMk/>
            <pc:sldMk cId="2989202696" sldId="258"/>
            <ac:spMk id="5" creationId="{1D5D744C-A853-7413-9403-2C2A00A7D990}"/>
          </ac:spMkLst>
        </pc:spChg>
        <pc:picChg chg="add del mod ord">
          <ac:chgData name="ايه عادل حسن الطيب" userId="e226ecb0-4ee4-4dcf-beef-0d0b81ac39b7" providerId="ADAL" clId="{4F375331-7972-3B91-A487-44915B8C5104}" dt="2026-03-26T01:24:20.140" v="327" actId="478"/>
          <ac:picMkLst>
            <pc:docMk/>
            <pc:sldMk cId="2989202696" sldId="258"/>
            <ac:picMk id="4" creationId="{2CC0F486-7AE8-2751-3702-A00A61D5C651}"/>
          </ac:picMkLst>
        </pc:picChg>
      </pc:sldChg>
      <pc:sldChg chg="new del mod setBg">
        <pc:chgData name="ايه عادل حسن الطيب" userId="e226ecb0-4ee4-4dcf-beef-0d0b81ac39b7" providerId="ADAL" clId="{4F375331-7972-3B91-A487-44915B8C5104}" dt="2026-03-26T01:44:53.371" v="719" actId="2696"/>
        <pc:sldMkLst>
          <pc:docMk/>
          <pc:sldMk cId="808973576" sldId="259"/>
        </pc:sldMkLst>
      </pc:sldChg>
      <pc:sldChg chg="modSp new mod">
        <pc:chgData name="ايه عادل حسن الطيب" userId="e226ecb0-4ee4-4dcf-beef-0d0b81ac39b7" providerId="ADAL" clId="{4F375331-7972-3B91-A487-44915B8C5104}" dt="2026-03-26T01:59:30.853" v="1071" actId="1076"/>
        <pc:sldMkLst>
          <pc:docMk/>
          <pc:sldMk cId="3704452727" sldId="259"/>
        </pc:sldMkLst>
        <pc:spChg chg="mod">
          <ac:chgData name="ايه عادل حسن الطيب" userId="e226ecb0-4ee4-4dcf-beef-0d0b81ac39b7" providerId="ADAL" clId="{4F375331-7972-3B91-A487-44915B8C5104}" dt="2026-03-26T01:46:54.038" v="811" actId="207"/>
          <ac:spMkLst>
            <pc:docMk/>
            <pc:sldMk cId="3704452727" sldId="259"/>
            <ac:spMk id="2" creationId="{DE4A6965-1A6D-A48D-09CE-DB9A836DBAB6}"/>
          </ac:spMkLst>
        </pc:spChg>
        <pc:spChg chg="mod">
          <ac:chgData name="ايه عادل حسن الطيب" userId="e226ecb0-4ee4-4dcf-beef-0d0b81ac39b7" providerId="ADAL" clId="{4F375331-7972-3B91-A487-44915B8C5104}" dt="2026-03-26T01:59:30.853" v="1071" actId="1076"/>
          <ac:spMkLst>
            <pc:docMk/>
            <pc:sldMk cId="3704452727" sldId="259"/>
            <ac:spMk id="3" creationId="{6B195DD7-D9F8-EFB9-4A66-8B2BF7181EDF}"/>
          </ac:spMkLst>
        </pc:spChg>
      </pc:sldChg>
      <pc:sldChg chg="addSp delSp modSp new mod">
        <pc:chgData name="ايه عادل حسن الطيب" userId="e226ecb0-4ee4-4dcf-beef-0d0b81ac39b7" providerId="ADAL" clId="{4F375331-7972-3B91-A487-44915B8C5104}" dt="2026-03-26T01:59:51.176" v="1076" actId="14100"/>
        <pc:sldMkLst>
          <pc:docMk/>
          <pc:sldMk cId="1591054547" sldId="260"/>
        </pc:sldMkLst>
        <pc:spChg chg="mod">
          <ac:chgData name="ايه عادل حسن الطيب" userId="e226ecb0-4ee4-4dcf-beef-0d0b81ac39b7" providerId="ADAL" clId="{4F375331-7972-3B91-A487-44915B8C5104}" dt="2026-03-26T01:58:56.442" v="1068" actId="255"/>
          <ac:spMkLst>
            <pc:docMk/>
            <pc:sldMk cId="1591054547" sldId="260"/>
            <ac:spMk id="2" creationId="{39F5E6CF-44CA-4225-8659-A243013262B7}"/>
          </ac:spMkLst>
        </pc:spChg>
        <pc:spChg chg="del">
          <ac:chgData name="ايه عادل حسن الطيب" userId="e226ecb0-4ee4-4dcf-beef-0d0b81ac39b7" providerId="ADAL" clId="{4F375331-7972-3B91-A487-44915B8C5104}" dt="2026-03-26T01:56:10.993" v="1033" actId="931"/>
          <ac:spMkLst>
            <pc:docMk/>
            <pc:sldMk cId="1591054547" sldId="260"/>
            <ac:spMk id="3" creationId="{E97EE828-DC3A-8E0E-5335-F5AE0369DAC8}"/>
          </ac:spMkLst>
        </pc:spChg>
        <pc:spChg chg="add del mod">
          <ac:chgData name="ايه عادل حسن الطيب" userId="e226ecb0-4ee4-4dcf-beef-0d0b81ac39b7" providerId="ADAL" clId="{4F375331-7972-3B91-A487-44915B8C5104}" dt="2026-03-26T01:56:37.949" v="1040" actId="931"/>
          <ac:spMkLst>
            <pc:docMk/>
            <pc:sldMk cId="1591054547" sldId="260"/>
            <ac:spMk id="7" creationId="{366D2B78-EE10-3BFB-C666-E96D1F962BF8}"/>
          </ac:spMkLst>
        </pc:spChg>
        <pc:picChg chg="add del mod ord">
          <ac:chgData name="ايه عادل حسن الطيب" userId="e226ecb0-4ee4-4dcf-beef-0d0b81ac39b7" providerId="ADAL" clId="{4F375331-7972-3B91-A487-44915B8C5104}" dt="2026-03-26T01:56:29.052" v="1039" actId="478"/>
          <ac:picMkLst>
            <pc:docMk/>
            <pc:sldMk cId="1591054547" sldId="260"/>
            <ac:picMk id="4" creationId="{209A552C-964E-F549-12AF-69FF8E31C4D9}"/>
          </ac:picMkLst>
        </pc:picChg>
        <pc:picChg chg="add del mod">
          <ac:chgData name="ايه عادل حسن الطيب" userId="e226ecb0-4ee4-4dcf-beef-0d0b81ac39b7" providerId="ADAL" clId="{4F375331-7972-3B91-A487-44915B8C5104}" dt="2026-03-26T01:56:29.052" v="1039" actId="478"/>
          <ac:picMkLst>
            <pc:docMk/>
            <pc:sldMk cId="1591054547" sldId="260"/>
            <ac:picMk id="5" creationId="{5CBD0400-17AD-406B-7350-09A56EE1878F}"/>
          </ac:picMkLst>
        </pc:picChg>
        <pc:picChg chg="add mod ord">
          <ac:chgData name="ايه عادل حسن الطيب" userId="e226ecb0-4ee4-4dcf-beef-0d0b81ac39b7" providerId="ADAL" clId="{4F375331-7972-3B91-A487-44915B8C5104}" dt="2026-03-26T01:59:51.176" v="1076" actId="14100"/>
          <ac:picMkLst>
            <pc:docMk/>
            <pc:sldMk cId="1591054547" sldId="260"/>
            <ac:picMk id="8" creationId="{48B2727F-6FE4-6992-161D-65B2C44041ED}"/>
          </ac:picMkLst>
        </pc:picChg>
        <pc:picChg chg="add mod">
          <ac:chgData name="ايه عادل حسن الطيب" userId="e226ecb0-4ee4-4dcf-beef-0d0b81ac39b7" providerId="ADAL" clId="{4F375331-7972-3B91-A487-44915B8C5104}" dt="2026-03-26T01:59:42.137" v="1073" actId="1076"/>
          <ac:picMkLst>
            <pc:docMk/>
            <pc:sldMk cId="1591054547" sldId="260"/>
            <ac:picMk id="9" creationId="{97E1520E-B37A-AC67-32C7-6FF2E06FDDF6}"/>
          </ac:picMkLst>
        </pc:picChg>
      </pc:sldChg>
      <pc:sldChg chg="new">
        <pc:chgData name="ايه عادل حسن الطيب" userId="e226ecb0-4ee4-4dcf-beef-0d0b81ac39b7" providerId="ADAL" clId="{4F375331-7972-3B91-A487-44915B8C5104}" dt="2026-03-26T02:00:00.429" v="1077" actId="680"/>
        <pc:sldMkLst>
          <pc:docMk/>
          <pc:sldMk cId="3887095533" sldId="261"/>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r">
              <a:defRPr sz="480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r">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141410" y="3073397"/>
            <a:ext cx="4878391" cy="271780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72200" y="3073397"/>
            <a:ext cx="4875210" cy="271780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صورة بانورامي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ar-SA"/>
              <a:t>انقر فوق الأيقونة لإضافة صورة</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العنوان والتسمية ال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اقتباس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ar-SA"/>
              <a:t>انقر لتحرير نمط عنوان الشكل الرئيسي</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بطاقة اسم">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أعمدة">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ar-SA"/>
              <a:t>انقر لتحرير نمط عنوان الشكل الرئيسي</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أعمدة صور">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ar-SA"/>
              <a:t>انقر لتحرير نمط عنوان الشكل الرئيسي</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ncho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3/26/2026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r">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1"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r" defTabSz="914400" rtl="1"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r" defTabSz="914400" rtl="1"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27D803E-14F0-23F6-47AC-DCB30CDB8EC2}"/>
              </a:ext>
            </a:extLst>
          </p:cNvPr>
          <p:cNvSpPr>
            <a:spLocks noGrp="1"/>
          </p:cNvSpPr>
          <p:nvPr>
            <p:ph type="ctrTitle"/>
          </p:nvPr>
        </p:nvSpPr>
        <p:spPr>
          <a:xfrm>
            <a:off x="3085106" y="144367"/>
            <a:ext cx="5661329" cy="1429991"/>
          </a:xfrm>
        </p:spPr>
        <p:txBody>
          <a:bodyPr>
            <a:noAutofit/>
          </a:bodyPr>
          <a:lstStyle/>
          <a:p>
            <a:pPr rtl="0"/>
            <a:r>
              <a:rPr lang="af-ZA" sz="8800" b="1" i="0" dirty="0">
                <a:solidFill>
                  <a:srgbClr val="E8EAED"/>
                </a:solidFill>
                <a:effectLst/>
                <a:latin typeface="inherit"/>
              </a:rPr>
              <a:t>Welcome</a:t>
            </a:r>
          </a:p>
        </p:txBody>
      </p:sp>
      <p:sp>
        <p:nvSpPr>
          <p:cNvPr id="3" name="عنوان فرعي 2">
            <a:extLst>
              <a:ext uri="{FF2B5EF4-FFF2-40B4-BE49-F238E27FC236}">
                <a16:creationId xmlns:a16="http://schemas.microsoft.com/office/drawing/2014/main" id="{4642665C-C30A-162C-7A7B-0B42AECFFC0C}"/>
              </a:ext>
            </a:extLst>
          </p:cNvPr>
          <p:cNvSpPr>
            <a:spLocks noGrp="1"/>
          </p:cNvSpPr>
          <p:nvPr>
            <p:ph type="subTitle" idx="1"/>
          </p:nvPr>
        </p:nvSpPr>
        <p:spPr>
          <a:xfrm>
            <a:off x="890545" y="1749287"/>
            <a:ext cx="11074885" cy="4964346"/>
          </a:xfrm>
        </p:spPr>
        <p:txBody>
          <a:bodyPr>
            <a:normAutofit/>
          </a:bodyPr>
          <a:lstStyle/>
          <a:p>
            <a:r>
              <a:rPr lang="ar-SA" sz="4800" b="1" dirty="0"/>
              <a:t>المشروع : </a:t>
            </a:r>
            <a:r>
              <a:rPr lang="af-ZA" sz="3600" b="1" dirty="0">
                <a:solidFill>
                  <a:schemeClr val="bg1"/>
                </a:solidFill>
              </a:rPr>
              <a:t>Dark Sword</a:t>
            </a:r>
            <a:r>
              <a:rPr lang="ar-SA" sz="3600" b="1" dirty="0">
                <a:solidFill>
                  <a:schemeClr val="bg1"/>
                </a:solidFill>
              </a:rPr>
              <a:t> – شركة </a:t>
            </a:r>
            <a:r>
              <a:rPr lang="af-ZA" sz="3600" b="1" dirty="0">
                <a:solidFill>
                  <a:schemeClr val="bg1"/>
                </a:solidFill>
              </a:rPr>
              <a:t>Apple (iPhone</a:t>
            </a:r>
            <a:r>
              <a:rPr lang="af-ZA" sz="4000" b="1" dirty="0">
                <a:solidFill>
                  <a:schemeClr val="bg1"/>
                </a:solidFill>
              </a:rPr>
              <a:t>)</a:t>
            </a:r>
            <a:endParaRPr lang="ar-SA" sz="4000" b="1" dirty="0">
              <a:solidFill>
                <a:schemeClr val="bg1"/>
              </a:solidFill>
            </a:endParaRPr>
          </a:p>
          <a:p>
            <a:endParaRPr lang="ar-SA" sz="4000" b="1" dirty="0">
              <a:solidFill>
                <a:schemeClr val="bg1"/>
              </a:solidFill>
            </a:endParaRPr>
          </a:p>
          <a:p>
            <a:r>
              <a:rPr lang="ar-SA" sz="3200" b="1" dirty="0"/>
              <a:t>إعداد : آية الطيب ، </a:t>
            </a:r>
            <a:r>
              <a:rPr lang="ar-SA" sz="3200" b="1" dirty="0" err="1"/>
              <a:t>آيسر</a:t>
            </a:r>
            <a:r>
              <a:rPr lang="ar-SA" sz="3200" b="1" dirty="0"/>
              <a:t> أكثم محمود ، ساجدة السعد ، كريم عبدالرزاق .</a:t>
            </a:r>
          </a:p>
          <a:p>
            <a:endParaRPr lang="ar-SA" sz="3200" b="1" dirty="0"/>
          </a:p>
          <a:p>
            <a:r>
              <a:rPr lang="ar-SA" sz="3200" b="1" dirty="0"/>
              <a:t>المساق : أدارة أمن أنظمة المعلومات .</a:t>
            </a:r>
          </a:p>
          <a:p>
            <a:endParaRPr lang="ar-JO" sz="3200" b="1" dirty="0"/>
          </a:p>
        </p:txBody>
      </p:sp>
    </p:spTree>
    <p:extLst>
      <p:ext uri="{BB962C8B-B14F-4D97-AF65-F5344CB8AC3E}">
        <p14:creationId xmlns:p14="http://schemas.microsoft.com/office/powerpoint/2010/main" val="2227589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56B8327-E4A4-EC6C-3A55-5370F1C00BC0}"/>
              </a:ext>
            </a:extLst>
          </p:cNvPr>
          <p:cNvSpPr>
            <a:spLocks noGrp="1"/>
          </p:cNvSpPr>
          <p:nvPr>
            <p:ph type="title"/>
          </p:nvPr>
        </p:nvSpPr>
        <p:spPr>
          <a:xfrm>
            <a:off x="189777" y="-90842"/>
            <a:ext cx="9905998" cy="1478570"/>
          </a:xfrm>
        </p:spPr>
        <p:txBody>
          <a:bodyPr/>
          <a:lstStyle/>
          <a:p>
            <a:r>
              <a:rPr lang="ar-SA" b="1" dirty="0"/>
              <a:t>لماذا نقدم لكم</a:t>
            </a:r>
            <a:r>
              <a:rPr lang="ar-JO" b="1" dirty="0"/>
              <a:t> </a:t>
            </a:r>
            <a:r>
              <a:rPr lang="af-ZA" b="1" dirty="0"/>
              <a:t>Apple</a:t>
            </a:r>
            <a:r>
              <a:rPr lang="af-ZA" dirty="0"/>
              <a:t> </a:t>
            </a:r>
            <a:r>
              <a:rPr lang="ar-SA" dirty="0"/>
              <a:t> </a:t>
            </a:r>
            <a:r>
              <a:rPr lang="ar-JO" b="1" dirty="0"/>
              <a:t>و</a:t>
            </a:r>
            <a:r>
              <a:rPr lang="ar-JO" dirty="0"/>
              <a:t> </a:t>
            </a:r>
            <a:r>
              <a:rPr lang="af-ZA" b="1" dirty="0"/>
              <a:t>Dark</a:t>
            </a:r>
            <a:r>
              <a:rPr lang="af-ZA" dirty="0"/>
              <a:t> </a:t>
            </a:r>
            <a:r>
              <a:rPr lang="ar-SA" b="1" dirty="0" err="1"/>
              <a:t>SworD</a:t>
            </a:r>
            <a:r>
              <a:rPr lang="ar-SA" dirty="0"/>
              <a:t>  ؟؟؟</a:t>
            </a:r>
            <a:endParaRPr lang="ar-JO" dirty="0"/>
          </a:p>
        </p:txBody>
      </p:sp>
      <p:sp>
        <p:nvSpPr>
          <p:cNvPr id="3" name="عنصر نائب للمحتوى 2">
            <a:extLst>
              <a:ext uri="{FF2B5EF4-FFF2-40B4-BE49-F238E27FC236}">
                <a16:creationId xmlns:a16="http://schemas.microsoft.com/office/drawing/2014/main" id="{C310E2B9-5004-F133-372F-0C12C99E1A73}"/>
              </a:ext>
            </a:extLst>
          </p:cNvPr>
          <p:cNvSpPr>
            <a:spLocks noGrp="1"/>
          </p:cNvSpPr>
          <p:nvPr>
            <p:ph idx="1"/>
          </p:nvPr>
        </p:nvSpPr>
        <p:spPr>
          <a:xfrm>
            <a:off x="1141412" y="1387728"/>
            <a:ext cx="10347973" cy="4403473"/>
          </a:xfrm>
        </p:spPr>
        <p:txBody>
          <a:bodyPr>
            <a:noAutofit/>
          </a:bodyPr>
          <a:lstStyle/>
          <a:p>
            <a:r>
              <a:rPr lang="ar-JO" sz="2800" b="1" dirty="0"/>
              <a:t>في ظل التصاعد المستمر للهجمات </a:t>
            </a:r>
            <a:r>
              <a:rPr lang="ar-JO" sz="2800" b="1" dirty="0" err="1"/>
              <a:t>السيبرانية</a:t>
            </a:r>
            <a:r>
              <a:rPr lang="ar-JO" sz="2800" b="1" dirty="0"/>
              <a:t> التي تستهدف كبرى الشركات التقنية، تبرز </a:t>
            </a:r>
            <a:r>
              <a:rPr lang="ar-SA" sz="2800" b="1" dirty="0"/>
              <a:t>شركة </a:t>
            </a:r>
            <a:r>
              <a:rPr lang="af-ZA" sz="2800" b="1" dirty="0"/>
              <a:t>Apple</a:t>
            </a:r>
            <a:r>
              <a:rPr lang="ar-SA" sz="2800" b="1" dirty="0"/>
              <a:t> </a:t>
            </a:r>
            <a:r>
              <a:rPr lang="af-ZA" sz="2800" b="1" dirty="0"/>
              <a:t> </a:t>
            </a:r>
            <a:r>
              <a:rPr lang="ar-JO" sz="2800" b="1" dirty="0"/>
              <a:t>كهدف استراتيجي بامتياز؛ فهي لا تدير فقط نظامًا بيئيًا مغلقًا يضم أكثر من 1.5 مليار جهاز نشط</a:t>
            </a:r>
            <a:r>
              <a:rPr lang="ar-SA" sz="2800" b="1" dirty="0"/>
              <a:t> </a:t>
            </a:r>
            <a:r>
              <a:rPr lang="ar-JO" sz="2800" b="1" dirty="0"/>
              <a:t>، بل تمتلك أيضًا كنزًا من البيانات الحساسة لمستخدميها حول العالم. لهذا السبب، </a:t>
            </a:r>
            <a:r>
              <a:rPr lang="ar-SA" sz="2800" b="1" dirty="0"/>
              <a:t>جاءت</a:t>
            </a:r>
            <a:r>
              <a:rPr lang="ar-JO" sz="2800" b="1" dirty="0"/>
              <a:t> استراتيجيتنا المقترحة تحت اسم </a:t>
            </a:r>
            <a:r>
              <a:rPr lang="af-ZA" sz="2800" b="1" dirty="0"/>
              <a:t>Dark Sword، </a:t>
            </a:r>
            <a:r>
              <a:rPr lang="ar-JO" sz="2800" b="1" dirty="0"/>
              <a:t>مستلهمة من فكرة “السيف المظلم” الذي يجمع بين القوة الدفاعية الصلبة والقدرة الهجومية الاستباقية. فبدلًا من انتظار الهجمات، نبني جاهزية أمنية تعتمد على استباق الخصم، وكشف نواياه قبل تنفيذها، والرد عليه بسرعة وفعالية تضمن استمرارية الأعمال وحماية سمعة المؤسسة. نهدف من خلال هذه الخطة إلى تقديم نموذج متكامل يتجاوز مجرد الامتثال للمعايير، ليصبح معيارًا جديدًا في الأمن </a:t>
            </a:r>
            <a:r>
              <a:rPr lang="ar-JO" sz="2800" b="1" dirty="0" err="1"/>
              <a:t>السيبراني</a:t>
            </a:r>
            <a:r>
              <a:rPr lang="ar-JO" sz="2800" b="1" dirty="0"/>
              <a:t> الاستباقي</a:t>
            </a:r>
            <a:r>
              <a:rPr lang="ar-JO" sz="2800" dirty="0"/>
              <a:t>.</a:t>
            </a:r>
          </a:p>
        </p:txBody>
      </p:sp>
    </p:spTree>
    <p:extLst>
      <p:ext uri="{BB962C8B-B14F-4D97-AF65-F5344CB8AC3E}">
        <p14:creationId xmlns:p14="http://schemas.microsoft.com/office/powerpoint/2010/main" val="243181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5A56915-C2D9-D6B6-94E2-AF53D78D9700}"/>
              </a:ext>
            </a:extLst>
          </p:cNvPr>
          <p:cNvSpPr>
            <a:spLocks noGrp="1"/>
          </p:cNvSpPr>
          <p:nvPr>
            <p:ph type="title"/>
          </p:nvPr>
        </p:nvSpPr>
        <p:spPr>
          <a:xfrm>
            <a:off x="1208598" y="906449"/>
            <a:ext cx="9827813" cy="1033669"/>
          </a:xfrm>
        </p:spPr>
        <p:txBody>
          <a:bodyPr>
            <a:normAutofit fontScale="90000"/>
          </a:bodyPr>
          <a:lstStyle/>
          <a:p>
            <a:r>
              <a:rPr lang="ar-SA" sz="4800" b="1" dirty="0"/>
              <a:t>فكرة المشروع : </a:t>
            </a:r>
            <a:r>
              <a:rPr lang="ar-JO" sz="4800" b="1" dirty="0"/>
              <a:t>الجاهزية الأمنية لصد الهجمات </a:t>
            </a:r>
            <a:r>
              <a:rPr lang="ar-SA" sz="4800" b="1" dirty="0" err="1"/>
              <a:t>السيبرانية</a:t>
            </a:r>
            <a:r>
              <a:rPr lang="ar-SA" sz="4800" b="1" dirty="0"/>
              <a:t> :</a:t>
            </a:r>
            <a:br>
              <a:rPr lang="ar-SA" sz="4800" b="1" dirty="0"/>
            </a:br>
            <a:br>
              <a:rPr lang="ar-SA" sz="4800" b="1" dirty="0"/>
            </a:br>
            <a:r>
              <a:rPr lang="ar-SA" b="1" dirty="0"/>
              <a:t>ما المطلوب ؟</a:t>
            </a:r>
            <a:endParaRPr lang="ar-JO" sz="4800" dirty="0"/>
          </a:p>
        </p:txBody>
      </p:sp>
      <p:sp>
        <p:nvSpPr>
          <p:cNvPr id="5" name="عنصر نائب للمحتوى 4">
            <a:extLst>
              <a:ext uri="{FF2B5EF4-FFF2-40B4-BE49-F238E27FC236}">
                <a16:creationId xmlns:a16="http://schemas.microsoft.com/office/drawing/2014/main" id="{1D5D744C-A853-7413-9403-2C2A00A7D990}"/>
              </a:ext>
            </a:extLst>
          </p:cNvPr>
          <p:cNvSpPr>
            <a:spLocks noGrp="1"/>
          </p:cNvSpPr>
          <p:nvPr>
            <p:ph idx="1"/>
          </p:nvPr>
        </p:nvSpPr>
        <p:spPr>
          <a:xfrm>
            <a:off x="826935" y="2735249"/>
            <a:ext cx="10209475" cy="3053301"/>
          </a:xfrm>
        </p:spPr>
        <p:txBody>
          <a:bodyPr>
            <a:normAutofit/>
          </a:bodyPr>
          <a:lstStyle/>
          <a:p>
            <a:pPr rtl="1"/>
            <a:r>
              <a:rPr lang="ar-JO" sz="3200" b="1" dirty="0"/>
              <a:t>بيان مدى جاهزية مؤسسة </a:t>
            </a:r>
            <a:r>
              <a:rPr lang="ar-SA" sz="3200" b="1" dirty="0" err="1"/>
              <a:t>Apple</a:t>
            </a:r>
            <a:r>
              <a:rPr lang="ar-SA" sz="3200" b="1" dirty="0"/>
              <a:t> لصد هجمات </a:t>
            </a:r>
            <a:r>
              <a:rPr lang="ar-SA" sz="3200" b="1" dirty="0" err="1"/>
              <a:t>Dark</a:t>
            </a:r>
            <a:r>
              <a:rPr lang="ar-SA" sz="3200" b="1" dirty="0"/>
              <a:t> </a:t>
            </a:r>
            <a:r>
              <a:rPr lang="ar-SA" sz="3200" b="1" dirty="0" err="1"/>
              <a:t>Sword</a:t>
            </a:r>
            <a:r>
              <a:rPr lang="ar-SA" sz="3200" b="1" dirty="0"/>
              <a:t> . </a:t>
            </a:r>
            <a:endParaRPr lang="ar-JO" sz="3200" b="1" dirty="0"/>
          </a:p>
          <a:p>
            <a:pPr rtl="1"/>
            <a:r>
              <a:rPr lang="ar-JO" sz="3200" b="1" dirty="0"/>
              <a:t>​تحليل الوضع الحالي (</a:t>
            </a:r>
            <a:r>
              <a:rPr lang="ar-SA" sz="3200" b="1" dirty="0"/>
              <a:t>ذكر</a:t>
            </a:r>
            <a:r>
              <a:rPr lang="ar-JO" sz="3200" b="1" dirty="0"/>
              <a:t> نقاط القوة </a:t>
            </a:r>
            <a:r>
              <a:rPr lang="ar-SA" sz="3200" b="1" dirty="0"/>
              <a:t>والضعف لتحليل</a:t>
            </a:r>
            <a:r>
              <a:rPr lang="ar-JO" sz="3200" b="1" dirty="0"/>
              <a:t> </a:t>
            </a:r>
            <a:r>
              <a:rPr lang="ar-SA" sz="3200" b="1" dirty="0"/>
              <a:t>جاهزية المؤسسة </a:t>
            </a:r>
            <a:r>
              <a:rPr lang="ar-JO" sz="3200" b="1" dirty="0"/>
              <a:t>).</a:t>
            </a:r>
          </a:p>
          <a:p>
            <a:pPr rtl="1"/>
            <a:r>
              <a:rPr lang="ar-JO" sz="3200" b="1" dirty="0"/>
              <a:t>​</a:t>
            </a:r>
            <a:r>
              <a:rPr lang="ar-SA" sz="3200" b="1" dirty="0"/>
              <a:t>الخطة التي تستخدمها </a:t>
            </a:r>
            <a:r>
              <a:rPr lang="ar-SA" sz="3200" b="1" dirty="0" err="1"/>
              <a:t>Apple</a:t>
            </a:r>
            <a:r>
              <a:rPr lang="ar-SA" sz="3200" b="1" dirty="0"/>
              <a:t> لصد هجمات </a:t>
            </a:r>
            <a:r>
              <a:rPr lang="ar-SA" sz="3200" b="1" dirty="0" err="1"/>
              <a:t>Dark</a:t>
            </a:r>
            <a:r>
              <a:rPr lang="ar-SA" sz="3200" b="1" dirty="0"/>
              <a:t> </a:t>
            </a:r>
            <a:r>
              <a:rPr lang="ar-SA" sz="3200" b="1" dirty="0" err="1"/>
              <a:t>Swod</a:t>
            </a:r>
            <a:r>
              <a:rPr lang="ar-SA" sz="3200" b="1" dirty="0"/>
              <a:t> .</a:t>
            </a:r>
          </a:p>
          <a:p>
            <a:pPr rtl="1"/>
            <a:r>
              <a:rPr lang="ar-SA" sz="3200" b="1" dirty="0"/>
              <a:t>آلية تنفيذ الخطة و الأجراءت التي تستخدم لصد و منع الاختراقات مستقبلاً .</a:t>
            </a:r>
            <a:endParaRPr lang="ar-JO" sz="3200" b="1" dirty="0"/>
          </a:p>
        </p:txBody>
      </p:sp>
    </p:spTree>
    <p:extLst>
      <p:ext uri="{BB962C8B-B14F-4D97-AF65-F5344CB8AC3E}">
        <p14:creationId xmlns:p14="http://schemas.microsoft.com/office/powerpoint/2010/main" val="298920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E4A6965-1A6D-A48D-09CE-DB9A836DBAB6}"/>
              </a:ext>
            </a:extLst>
          </p:cNvPr>
          <p:cNvSpPr>
            <a:spLocks noGrp="1"/>
          </p:cNvSpPr>
          <p:nvPr>
            <p:ph type="title"/>
          </p:nvPr>
        </p:nvSpPr>
        <p:spPr/>
        <p:txBody>
          <a:bodyPr>
            <a:normAutofit/>
          </a:bodyPr>
          <a:lstStyle/>
          <a:p>
            <a:r>
              <a:rPr lang="ar-SA" sz="4400" b="1" dirty="0">
                <a:solidFill>
                  <a:schemeClr val="bg1"/>
                </a:solidFill>
              </a:rPr>
              <a:t>هل شركة </a:t>
            </a:r>
            <a:r>
              <a:rPr lang="ar-SA" sz="4400" b="1" dirty="0" err="1">
                <a:solidFill>
                  <a:schemeClr val="bg1"/>
                </a:solidFill>
              </a:rPr>
              <a:t>Appel</a:t>
            </a:r>
            <a:r>
              <a:rPr lang="ar-SA" sz="4400" b="1" dirty="0">
                <a:solidFill>
                  <a:schemeClr val="bg1"/>
                </a:solidFill>
              </a:rPr>
              <a:t> – </a:t>
            </a:r>
            <a:r>
              <a:rPr lang="ar-SA" sz="4400" b="1" dirty="0" err="1">
                <a:solidFill>
                  <a:schemeClr val="bg1"/>
                </a:solidFill>
              </a:rPr>
              <a:t>iPhone</a:t>
            </a:r>
            <a:r>
              <a:rPr lang="ar-SA" sz="4400" b="1" dirty="0">
                <a:solidFill>
                  <a:schemeClr val="bg1"/>
                </a:solidFill>
              </a:rPr>
              <a:t> جاهزة أمنيًا لصد هجمات </a:t>
            </a:r>
            <a:r>
              <a:rPr lang="ar-SA" sz="4400" b="1" dirty="0" err="1">
                <a:solidFill>
                  <a:schemeClr val="bg1"/>
                </a:solidFill>
              </a:rPr>
              <a:t>dark</a:t>
            </a:r>
            <a:r>
              <a:rPr lang="ar-SA" sz="4400" b="1" dirty="0">
                <a:solidFill>
                  <a:schemeClr val="bg1"/>
                </a:solidFill>
              </a:rPr>
              <a:t> </a:t>
            </a:r>
            <a:r>
              <a:rPr lang="ar-SA" sz="4400" b="1" dirty="0" err="1">
                <a:solidFill>
                  <a:schemeClr val="bg1"/>
                </a:solidFill>
              </a:rPr>
              <a:t>sword</a:t>
            </a:r>
            <a:r>
              <a:rPr lang="ar-SA" sz="4400" b="1" dirty="0">
                <a:solidFill>
                  <a:schemeClr val="bg1"/>
                </a:solidFill>
              </a:rPr>
              <a:t> ؟؟؟</a:t>
            </a:r>
            <a:endParaRPr lang="ar-JO" sz="4400" b="1" dirty="0">
              <a:solidFill>
                <a:schemeClr val="bg1"/>
              </a:solidFill>
            </a:endParaRPr>
          </a:p>
        </p:txBody>
      </p:sp>
      <p:sp>
        <p:nvSpPr>
          <p:cNvPr id="3" name="عنصر نائب للمحتوى 2">
            <a:extLst>
              <a:ext uri="{FF2B5EF4-FFF2-40B4-BE49-F238E27FC236}">
                <a16:creationId xmlns:a16="http://schemas.microsoft.com/office/drawing/2014/main" id="{6B195DD7-D9F8-EFB9-4A66-8B2BF7181EDF}"/>
              </a:ext>
            </a:extLst>
          </p:cNvPr>
          <p:cNvSpPr>
            <a:spLocks noGrp="1"/>
          </p:cNvSpPr>
          <p:nvPr>
            <p:ph idx="1"/>
          </p:nvPr>
        </p:nvSpPr>
        <p:spPr/>
        <p:txBody>
          <a:bodyPr>
            <a:noAutofit/>
          </a:bodyPr>
          <a:lstStyle/>
          <a:p>
            <a:r>
              <a:rPr lang="ar-JO" sz="2800" b="1" dirty="0"/>
              <a:t>تتطلب الجاهزية الأمنية لمؤسسة </a:t>
            </a:r>
            <a:r>
              <a:rPr lang="ar-SA" sz="2800" b="1" dirty="0"/>
              <a:t>مثل </a:t>
            </a:r>
            <a:r>
              <a:rPr lang="af-ZA" sz="2800" b="1" dirty="0"/>
              <a:t>Apple</a:t>
            </a:r>
            <a:r>
              <a:rPr lang="ar-SA" sz="2800" b="1" dirty="0"/>
              <a:t> </a:t>
            </a:r>
            <a:r>
              <a:rPr lang="af-ZA" sz="2800" b="1" dirty="0"/>
              <a:t> </a:t>
            </a:r>
            <a:r>
              <a:rPr lang="ar-JO" sz="2800" b="1" dirty="0"/>
              <a:t>أمام هجمات كـ </a:t>
            </a:r>
            <a:r>
              <a:rPr lang="af-ZA" sz="2800" b="1" dirty="0"/>
              <a:t>DarkSword </a:t>
            </a:r>
            <a:r>
              <a:rPr lang="ar-SA" sz="2800" b="1" dirty="0"/>
              <a:t> </a:t>
            </a:r>
            <a:r>
              <a:rPr lang="ar-JO" sz="2800" b="1" dirty="0"/>
              <a:t>الانتقال من ثقافة "التحديث اختياري" إلى "التحديث إجباري وفوري"، مع دمج طبقات دفاع </a:t>
            </a:r>
            <a:r>
              <a:rPr lang="ar-SA" sz="2800" b="1" dirty="0"/>
              <a:t>متعددة مثل (</a:t>
            </a:r>
            <a:r>
              <a:rPr lang="af-ZA" sz="2800" b="1" dirty="0"/>
              <a:t> Lockdown Mode، </a:t>
            </a:r>
            <a:r>
              <a:rPr lang="ar-SA" sz="2800" b="1" dirty="0"/>
              <a:t> ، و </a:t>
            </a:r>
            <a:r>
              <a:rPr lang="ar-JO" sz="2800" b="1" dirty="0"/>
              <a:t>تصفية المحتوى).</a:t>
            </a:r>
            <a:endParaRPr lang="ar-SA" sz="2800" b="1" dirty="0"/>
          </a:p>
          <a:p>
            <a:r>
              <a:rPr lang="ar-JO" sz="2800" b="1" dirty="0"/>
              <a:t>نقاط القوة </a:t>
            </a:r>
            <a:r>
              <a:rPr lang="ar-SA" sz="2800" b="1" dirty="0"/>
              <a:t>كان لها دور كبير</a:t>
            </a:r>
            <a:r>
              <a:rPr lang="ar-JO" sz="2800" b="1" dirty="0"/>
              <a:t> في سرعة إصدار التحديثات وتوفير خيارات متقدمة</a:t>
            </a:r>
            <a:r>
              <a:rPr lang="ar-SA" sz="2800" b="1" dirty="0"/>
              <a:t> . </a:t>
            </a:r>
          </a:p>
          <a:p>
            <a:r>
              <a:rPr lang="ar-JO" sz="2800" b="1" dirty="0"/>
              <a:t>بينما تمثلت نقاط الضعف في الفجوة الزمنية بين صدور التحديث وتطبيقه</a:t>
            </a:r>
            <a:r>
              <a:rPr lang="ar-SA" sz="2800" b="1" dirty="0"/>
              <a:t> .</a:t>
            </a:r>
          </a:p>
          <a:p>
            <a:r>
              <a:rPr lang="ar-JO" sz="2800" b="1" dirty="0"/>
              <a:t> إضافة إلى اعتماد الهجوم على متصفح </a:t>
            </a:r>
            <a:r>
              <a:rPr lang="af-ZA" sz="2800" b="1" dirty="0"/>
              <a:t>Safari</a:t>
            </a:r>
            <a:r>
              <a:rPr lang="ar-SA" sz="2800" b="1" dirty="0"/>
              <a:t> </a:t>
            </a:r>
            <a:r>
              <a:rPr lang="af-ZA" sz="2800" b="1" dirty="0"/>
              <a:t> </a:t>
            </a:r>
            <a:r>
              <a:rPr lang="ar-JO" sz="2800" b="1" dirty="0"/>
              <a:t>كناقل رئيسي يصعب الاستغناء عنه، مما يستلزم سياسات تحديث </a:t>
            </a:r>
            <a:r>
              <a:rPr lang="ar-SA" sz="2800" b="1" dirty="0"/>
              <a:t>إلزامية </a:t>
            </a:r>
            <a:r>
              <a:rPr lang="ar-JO" sz="2800" b="1" dirty="0"/>
              <a:t>.</a:t>
            </a:r>
          </a:p>
        </p:txBody>
      </p:sp>
    </p:spTree>
    <p:extLst>
      <p:ext uri="{BB962C8B-B14F-4D97-AF65-F5344CB8AC3E}">
        <p14:creationId xmlns:p14="http://schemas.microsoft.com/office/powerpoint/2010/main" val="370445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9F5E6CF-44CA-4225-8659-A243013262B7}"/>
              </a:ext>
            </a:extLst>
          </p:cNvPr>
          <p:cNvSpPr>
            <a:spLocks noGrp="1"/>
          </p:cNvSpPr>
          <p:nvPr>
            <p:ph type="title"/>
          </p:nvPr>
        </p:nvSpPr>
        <p:spPr/>
        <p:txBody>
          <a:bodyPr/>
          <a:lstStyle/>
          <a:p>
            <a:r>
              <a:rPr lang="ar-SA" sz="4800" b="1" dirty="0"/>
              <a:t>طريقة</a:t>
            </a:r>
            <a:r>
              <a:rPr lang="ar-SA" dirty="0"/>
              <a:t> </a:t>
            </a:r>
            <a:r>
              <a:rPr lang="ar-SA" sz="4800" b="1" dirty="0"/>
              <a:t>هجوم</a:t>
            </a:r>
            <a:r>
              <a:rPr lang="ar-SA" dirty="0"/>
              <a:t> </a:t>
            </a:r>
            <a:r>
              <a:rPr lang="ar-SA" sz="4800" b="1" dirty="0" err="1"/>
              <a:t>Dark</a:t>
            </a:r>
            <a:r>
              <a:rPr lang="ar-SA" sz="4800" b="1" dirty="0"/>
              <a:t> </a:t>
            </a:r>
            <a:r>
              <a:rPr lang="ar-SA" sz="4800" b="1" dirty="0" err="1"/>
              <a:t>sword</a:t>
            </a:r>
            <a:r>
              <a:rPr lang="ar-SA" sz="4800" b="1" dirty="0"/>
              <a:t> على ثغرات</a:t>
            </a:r>
            <a:r>
              <a:rPr lang="ar-SA" dirty="0"/>
              <a:t> </a:t>
            </a:r>
            <a:r>
              <a:rPr lang="ar-SA" sz="4800" b="1" dirty="0" err="1"/>
              <a:t>ipohone</a:t>
            </a:r>
            <a:r>
              <a:rPr lang="ar-SA" dirty="0"/>
              <a:t> ؟</a:t>
            </a:r>
            <a:endParaRPr lang="ar-JO" dirty="0"/>
          </a:p>
        </p:txBody>
      </p:sp>
      <p:pic>
        <p:nvPicPr>
          <p:cNvPr id="8" name="عنصر نائب للمحتوى 7">
            <a:extLst>
              <a:ext uri="{FF2B5EF4-FFF2-40B4-BE49-F238E27FC236}">
                <a16:creationId xmlns:a16="http://schemas.microsoft.com/office/drawing/2014/main" id="{48B2727F-6FE4-6992-161D-65B2C44041ED}"/>
              </a:ext>
            </a:extLst>
          </p:cNvPr>
          <p:cNvPicPr>
            <a:picLocks noGrp="1" noChangeAspect="1"/>
          </p:cNvPicPr>
          <p:nvPr>
            <p:ph idx="1"/>
          </p:nvPr>
        </p:nvPicPr>
        <p:blipFill>
          <a:blip r:embed="rId2"/>
          <a:stretch>
            <a:fillRect/>
          </a:stretch>
        </p:blipFill>
        <p:spPr>
          <a:xfrm>
            <a:off x="6749445" y="2280062"/>
            <a:ext cx="4123038" cy="3388545"/>
          </a:xfrm>
          <a:prstGeom prst="rect">
            <a:avLst/>
          </a:prstGeom>
          <a:effectLst>
            <a:outerShdw blurRad="63500" sx="102000" sy="102000" algn="ctr" rotWithShape="0">
              <a:prstClr val="black">
                <a:alpha val="40000"/>
              </a:prstClr>
            </a:outerShdw>
          </a:effectLst>
        </p:spPr>
      </p:pic>
      <p:pic>
        <p:nvPicPr>
          <p:cNvPr id="9" name="صورة 8">
            <a:extLst>
              <a:ext uri="{FF2B5EF4-FFF2-40B4-BE49-F238E27FC236}">
                <a16:creationId xmlns:a16="http://schemas.microsoft.com/office/drawing/2014/main" id="{97E1520E-B37A-AC67-32C7-6FF2E06FDDF6}"/>
              </a:ext>
            </a:extLst>
          </p:cNvPr>
          <p:cNvPicPr>
            <a:picLocks noChangeAspect="1"/>
          </p:cNvPicPr>
          <p:nvPr/>
        </p:nvPicPr>
        <p:blipFill>
          <a:blip r:embed="rId3"/>
          <a:stretch>
            <a:fillRect/>
          </a:stretch>
        </p:blipFill>
        <p:spPr>
          <a:xfrm>
            <a:off x="1558456" y="2270238"/>
            <a:ext cx="3884101" cy="3398370"/>
          </a:xfrm>
          <a:prstGeom prst="rect">
            <a:avLst/>
          </a:prstGeom>
        </p:spPr>
      </p:pic>
    </p:spTree>
    <p:extLst>
      <p:ext uri="{BB962C8B-B14F-4D97-AF65-F5344CB8AC3E}">
        <p14:creationId xmlns:p14="http://schemas.microsoft.com/office/powerpoint/2010/main" val="159105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49397FC-3BE5-EA4B-EFB1-9E713406E85A}"/>
              </a:ext>
            </a:extLst>
          </p:cNvPr>
          <p:cNvSpPr>
            <a:spLocks noGrp="1"/>
          </p:cNvSpPr>
          <p:nvPr>
            <p:ph type="title"/>
          </p:nvPr>
        </p:nvSpPr>
        <p:spPr/>
        <p:txBody>
          <a:bodyPr/>
          <a:lstStyle/>
          <a:p>
            <a:endParaRPr lang="ar-JO"/>
          </a:p>
        </p:txBody>
      </p:sp>
      <p:sp>
        <p:nvSpPr>
          <p:cNvPr id="3" name="عنصر نائب للمحتوى 2">
            <a:extLst>
              <a:ext uri="{FF2B5EF4-FFF2-40B4-BE49-F238E27FC236}">
                <a16:creationId xmlns:a16="http://schemas.microsoft.com/office/drawing/2014/main" id="{F9CF9334-4230-8B49-8DCB-067A0C7F3568}"/>
              </a:ext>
            </a:extLst>
          </p:cNvPr>
          <p:cNvSpPr>
            <a:spLocks noGrp="1"/>
          </p:cNvSpPr>
          <p:nvPr>
            <p:ph idx="1"/>
          </p:nvPr>
        </p:nvSpPr>
        <p:spPr/>
        <p:txBody>
          <a:bodyPr/>
          <a:lstStyle/>
          <a:p>
            <a:endParaRPr lang="ar-JO"/>
          </a:p>
        </p:txBody>
      </p:sp>
    </p:spTree>
    <p:extLst>
      <p:ext uri="{BB962C8B-B14F-4D97-AF65-F5344CB8AC3E}">
        <p14:creationId xmlns:p14="http://schemas.microsoft.com/office/powerpoint/2010/main" val="38870955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دارة">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شاشة عريضة</PresentationFormat>
  <Slides>6</Slides>
  <Notes>0</Notes>
  <HiddenSlides>0</HiddenSlides>
  <ScaleCrop>false</ScaleCrop>
  <HeadingPairs>
    <vt:vector size="4" baseType="variant">
      <vt:variant>
        <vt:lpstr>نسق</vt:lpstr>
      </vt:variant>
      <vt:variant>
        <vt:i4>1</vt:i4>
      </vt:variant>
      <vt:variant>
        <vt:lpstr>عناوين الشرائح</vt:lpstr>
      </vt:variant>
      <vt:variant>
        <vt:i4>6</vt:i4>
      </vt:variant>
    </vt:vector>
  </HeadingPairs>
  <TitlesOfParts>
    <vt:vector size="7" baseType="lpstr">
      <vt:lpstr>دارة</vt:lpstr>
      <vt:lpstr>Welcome</vt:lpstr>
      <vt:lpstr>لماذا نقدم لكم Apple  و Dark SworD  ؟؟؟</vt:lpstr>
      <vt:lpstr>فكرة المشروع : الجاهزية الأمنية لصد الهجمات السيبرانية :  ما المطلوب ؟</vt:lpstr>
      <vt:lpstr>هل شركة Appel – iPhone جاهزة أمنيًا لصد هجمات dark sword ؟؟؟</vt:lpstr>
      <vt:lpstr>طريقة هجوم Dark sword على ثغرات ipohone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ايه عادل حسن الطيب</dc:creator>
  <cp:lastModifiedBy>ايه عادل حسن الطيب</cp:lastModifiedBy>
  <cp:revision>5</cp:revision>
  <dcterms:created xsi:type="dcterms:W3CDTF">2026-03-25T21:13:35Z</dcterms:created>
  <dcterms:modified xsi:type="dcterms:W3CDTF">2026-03-26T02:14:12Z</dcterms:modified>
</cp:coreProperties>
</file>